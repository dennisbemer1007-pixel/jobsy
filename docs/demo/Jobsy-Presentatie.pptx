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CC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Hyper-lokaal matchen op reistijd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E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Demo-overzicht · Westland / Den Haag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4BE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Rollen, banenkaart en werkgeversflows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 is Jobsy?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Job-matching op reistijd en vervoer — niet op keywords. Lijst + kaart zoals Funda.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Kandidaat vindt werk binnen X minuten fiets / auto / OV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Werkgever publiceert met tokens (basis, highlight, PushBom)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Rollen van filiaal tot enterprise, intermediair en admin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met seed-data voor sales-demo’s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Banenkaart — het hart van de app</a:t>
            </a:r>
            <a:endParaRPr lang="en-US" sz="2600" dirty="0"/>
          </a:p>
        </p:txBody>
      </p:sp>
      <p:pic>
        <p:nvPicPr>
          <p:cNvPr id="4" name="Image 0" descr="C:\Users\dbeme\Projects\Jobsy\docs\demo\screenshots\00-banenkaart-publie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112471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 rollen, één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Kandidaat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1325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zoeken, solliciteren, likes &amp; shares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Filiaalmanager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vacatures + tokens voor één vestiging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Regiomanager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overzicht over vestigingen in de regio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794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Enterprise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org-breed: users, regio’s, CAO, tokens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17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Intermediair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batch-hiring voor opdrachtgevers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440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Admin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5440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KPI’s, finance, settings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Kandidaat — dashboard &amp; banen</a:t>
            </a:r>
            <a:endParaRPr lang="en-US" sz="2400" dirty="0"/>
          </a:p>
        </p:txBody>
      </p:sp>
      <p:pic>
        <p:nvPicPr>
          <p:cNvPr id="4" name="Image 0" descr="C:\Users\dbeme\Projects\Jobsy\docs\demo\screenshots\01-kandidaat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40080"/>
            <a:ext cx="5669280" cy="3200400"/>
          </a:xfrm>
          <a:prstGeom prst="rect">
            <a:avLst/>
          </a:prstGeom>
        </p:spPr>
      </p:pic>
      <p:pic>
        <p:nvPicPr>
          <p:cNvPr id="5" name="Image 1" descr="C:\Users\dbeme\Projects\Jobsy\docs\demo\screenshots\01-kandidaat-vacature-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640080"/>
            <a:ext cx="566928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9319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met eigen KPI’s · vacaturedetail met solliciteren / like / share  ·  kandidaat@jobsy.local</a:t>
            </a:r>
            <a:endParaRPr lang="en-US" sz="1300" dirty="0"/>
          </a:p>
        </p:txBody>
      </p:sp>
      <p:pic>
        <p:nvPicPr>
          <p:cNvPr id="7" name="Image 2" descr="C:\Users\dbeme\Projects\Jobsy\docs\demo\screenshots\01-kandidaat-banenkaar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11680" y="4343400"/>
            <a:ext cx="81381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Werkgevers — filiaal → regio → enterprise</a:t>
            </a:r>
            <a:endParaRPr lang="en-US" sz="2200" dirty="0"/>
          </a:p>
        </p:txBody>
      </p:sp>
      <p:pic>
        <p:nvPicPr>
          <p:cNvPr id="4" name="Image 0" descr="C:\Users\dbeme\Projects\Jobsy\docs\demo\screenshots\02-filiaal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40080"/>
            <a:ext cx="374904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Filiaalmanager</a:t>
            </a:r>
            <a:endParaRPr lang="en-US" sz="1400" dirty="0"/>
          </a:p>
        </p:txBody>
      </p:sp>
      <p:pic>
        <p:nvPicPr>
          <p:cNvPr id="6" name="Image 1" descr="C:\Users\dbeme\Projects\Jobsy\docs\demo\screenshots\03-regio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640080"/>
            <a:ext cx="374904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Regiomanager</a:t>
            </a:r>
            <a:endParaRPr lang="en-US" sz="1400" dirty="0"/>
          </a:p>
        </p:txBody>
      </p:sp>
      <p:pic>
        <p:nvPicPr>
          <p:cNvPr id="8" name="Image 2" descr="C:\Users\dbeme\Projects\Jobsy\docs\demo\screenshots\04-enterprise-hom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640080"/>
            <a:ext cx="374904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8388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78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400" dirty="0"/>
          </a:p>
        </p:txBody>
      </p:sp>
      <p:pic>
        <p:nvPicPr>
          <p:cNvPr id="10" name="Image 3" descr="C:\Users\dbeme\Projects\Jobsy\docs\demo\screenshots\04-enterprise-token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" y="3429000"/>
            <a:ext cx="5120640" cy="3108960"/>
          </a:xfrm>
          <a:prstGeom prst="rect">
            <a:avLst/>
          </a:prstGeom>
        </p:spPr>
      </p:pic>
      <p:pic>
        <p:nvPicPr>
          <p:cNvPr id="11" name="Image 4" descr="C:\Users\dbeme\Projects\Jobsy\docs\demo\screenshots\04-enterprise-salaristabelle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09360" y="342900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Intermediair &amp; Admin</a:t>
            </a:r>
            <a:endParaRPr lang="en-US" sz="2400" dirty="0"/>
          </a:p>
        </p:txBody>
      </p:sp>
      <p:pic>
        <p:nvPicPr>
          <p:cNvPr id="4" name="Image 0" descr="C:\Users\dbeme\Projects\Jobsy\docs\demo\screenshots\05-intermediair-b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40080"/>
            <a:ext cx="5669280" cy="2926080"/>
          </a:xfrm>
          <a:prstGeom prst="rect">
            <a:avLst/>
          </a:prstGeom>
        </p:spPr>
      </p:pic>
      <p:pic>
        <p:nvPicPr>
          <p:cNvPr id="5" name="Image 1" descr="C:\Users\dbeme\Projects\Jobsy\docs\demo\screenshots\06-admin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640080"/>
            <a:ext cx="5669280" cy="2926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3611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Intermediair: batch publiceren voor opdrachtgevers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17920" y="3611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 platform-KPI’s, bedrijven, finance, settings</a:t>
            </a:r>
            <a:endParaRPr lang="en-US" sz="1200" dirty="0"/>
          </a:p>
        </p:txBody>
      </p:sp>
      <p:pic>
        <p:nvPicPr>
          <p:cNvPr id="8" name="Image 2" descr="C:\Users\dbeme\Projects\Jobsy\docs\demo\screenshots\05-intermediair-opdrachtgev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4023360"/>
            <a:ext cx="5120640" cy="2560320"/>
          </a:xfrm>
          <a:prstGeom prst="rect">
            <a:avLst/>
          </a:prstGeom>
        </p:spPr>
      </p:pic>
      <p:pic>
        <p:nvPicPr>
          <p:cNvPr id="9" name="Image 3" descr="C:\Users\dbeme\Projects\Jobsy\docs\demo\screenshots\06-admin-bedrijve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402336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Zelf proberen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C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http://localhost:5201   ·   wachtwoord: Jobsy123!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kandidaat@jobsy.local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2468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Kandidaat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ondernemer@jobsy.local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2971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Filiaalmanager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regio@jobsy.local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3474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Regiomanager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enterprise@jobsy.local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intermediair@jobsy.local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DE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admin@jobsy.local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4983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Jobsy — Demo-overzicht</dc:title>
  <dc:subject>PptxGenJS Presentation</dc:subject>
  <dc:creator>Jobsy</dc:creator>
  <cp:lastModifiedBy>Jobsy</cp:lastModifiedBy>
  <cp:revision>1</cp:revision>
  <dcterms:created xsi:type="dcterms:W3CDTF">2026-07-25T02:35:28Z</dcterms:created>
  <dcterms:modified xsi:type="dcterms:W3CDTF">2026-07-25T02:35:28Z</dcterms:modified>
</cp:coreProperties>
</file>